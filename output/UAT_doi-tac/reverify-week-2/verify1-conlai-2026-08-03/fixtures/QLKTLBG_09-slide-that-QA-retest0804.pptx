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QA RETEST 04/08 - QLKTLBG_09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1 - Kiem thu xem truc tuyen bai giang loai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2 - Noi dung kiem chung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Dong 1: PM HTPLDN UAT tuan 2</a:t>
            </a:r>
          </a:p>
          <a:p>
            <a:r>
              <a:t>Dong 2: Neu ban doc duoc dong nay tuc la preview hoat dong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