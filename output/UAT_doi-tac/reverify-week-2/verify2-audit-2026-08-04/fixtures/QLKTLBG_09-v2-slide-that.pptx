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VERIFY2 04/08 - QLKTLBG_09 - Trang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Chuoi neo v2: ZXQ-SLIDE-9147-TRANG1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VERIFY2 04/08 - QLKTLBG_09 - Trang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Chuoi neo v2: ZXQ-SLIDE-9147-TRANG2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