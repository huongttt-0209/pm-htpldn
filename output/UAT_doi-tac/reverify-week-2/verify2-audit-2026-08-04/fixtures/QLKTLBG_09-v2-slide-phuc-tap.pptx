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PHUC TAP 1 - Tieu de tieng Viet co dau: Quan ly hanh chinh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Gach dau dong 1 - NEO-CPX-4471</a:t>
            </a:r>
          </a:p>
          <a:p>
            <a:pPr lvl="1"/>
            <a:r>
              <a:t>Gach dau dong 2 - so lieu 1.234.567</a:t>
            </a:r>
          </a:p>
          <a:p>
            <a:pPr lvl="1"/>
            <a:r>
              <a:t>Gach dau dong 3 - ky tu dac biet &amp; &lt; &gt; " 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LKTLBG-v2-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PHUC TAP 2 - co hinh anh nhung - NEO-CPX-4472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PHUC TAP 3 - Bang so lieu - NEO-CPX-4473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O00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O02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